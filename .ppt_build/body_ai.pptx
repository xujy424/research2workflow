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4cdc432eea4c2f" /><Relationship Type="http://schemas.openxmlformats.org/officeDocument/2006/relationships/extended-properties" Target="/docProps/app.xml" Id="R61f9f216029247b5" /><Relationship Type="http://schemas.openxmlformats.org/officeDocument/2006/relationships/officeDocument" Target="/ppt/presentation.xml" Id="Rf452b4de678b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def4d5147d4a8b"/>
  </p:sldMasterIdLst>
  <p:notesMasterIdLst>
    <p:notesMasterId xmlns:r="http://schemas.openxmlformats.org/officeDocument/2006/relationships" r:id="Rfad6a983cd9a45a9"/>
  </p:notesMasterIdLst>
  <p:sldIdLst>
    <p:sldId xmlns:r="http://schemas.openxmlformats.org/officeDocument/2006/relationships" id="256" r:id="R3d999e4d0c264db1"/>
    <p:sldId xmlns:r="http://schemas.openxmlformats.org/officeDocument/2006/relationships" id="257" r:id="Refb07789f70945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5b6b410a2440b3" /><Relationship Type="http://schemas.openxmlformats.org/officeDocument/2006/relationships/slideMaster" Target="/ppt/slideMasters/slideMaster1.xml" Id="R5cdef4d5147d4a8b" /><Relationship Type="http://schemas.openxmlformats.org/officeDocument/2006/relationships/notesMaster" Target="/ppt/notesMasters/notesMaster1.xml" Id="Rfad6a983cd9a45a9" /><Relationship Type="http://schemas.openxmlformats.org/officeDocument/2006/relationships/presProps" Target="/ppt/presProps.xml" Id="R00a4636eb3de409d" /><Relationship Type="http://schemas.openxmlformats.org/officeDocument/2006/relationships/tableStyles" Target="/ppt/tableStyles.xml" Id="Rc65f34b0076446cc" /><Relationship Type="http://schemas.openxmlformats.org/officeDocument/2006/relationships/slide" Target="/ppt/slides/slide1.xml" Id="R3d999e4d0c264db1" /><Relationship Type="http://schemas.openxmlformats.org/officeDocument/2006/relationships/slide" Target="/ppt/slides/slide2.xml" Id="Refb07789f709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1af71a4574a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aea7f7bb9470e" /><Relationship Type="http://schemas.openxmlformats.org/officeDocument/2006/relationships/notesMaster" Target="/ppt/notesMasters/notesMaster1.xml" Id="R5482c19f2a3344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4e23da3f443f4" /><Relationship Type="http://schemas.openxmlformats.org/officeDocument/2006/relationships/notesMaster" Target="/ppt/notesMasters/notesMaster1.xml" Id="R4493e0ecd39d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dd03e4d434f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82aa854814c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6ed0dae1c49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97471555e4a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3681669e847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90ce90490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2D33E-85AD-4487-B40A-4306848E5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45A344C-9596-4F77-87EE-610C38EE65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871BCB-C3AE-475C-842B-89FF5FFB2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70119E-2EE6-4994-BA82-65633F897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7B94B3-D56E-4F29-99AF-11F6764E44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BE10B8-97F5-45CB-B7E4-5185CADD5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935603-D08E-41F2-84E9-24BCC501AA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E8F210-51AC-4DB2-95FE-3C7F919A54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EFF8E-8E8D-4E89-A455-CD1225B17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8A52F1-DAFC-478E-B6F5-6578C6EB77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6127e05944c54" /><Relationship Type="http://schemas.openxmlformats.org/officeDocument/2006/relationships/slideLayout" Target="/ppt/slideLayouts/slideLayout1.xml" Id="Rab71ae7c972b499f" /><Relationship Type="http://schemas.openxmlformats.org/officeDocument/2006/relationships/slideLayout" Target="/ppt/slideLayouts/slideLayout2.xml" Id="R1988dbf9b148447b" /><Relationship Type="http://schemas.openxmlformats.org/officeDocument/2006/relationships/slideLayout" Target="/ppt/slideLayouts/slideLayout3.xml" Id="Rae058dcd7df74385" /><Relationship Type="http://schemas.openxmlformats.org/officeDocument/2006/relationships/slideLayout" Target="/ppt/slideLayouts/slideLayout4.xml" Id="R2e044c2b260e414e" /><Relationship Type="http://schemas.openxmlformats.org/officeDocument/2006/relationships/slideLayout" Target="/ppt/slideLayouts/slideLayout5.xml" Id="R0720943400c541e8" /><Relationship Type="http://schemas.openxmlformats.org/officeDocument/2006/relationships/slideLayout" Target="/ppt/slideLayouts/slideLayout6.xml" Id="Rec228319cec2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1ae7c972b499f"/>
    <p:sldLayoutId xmlns:r="http://schemas.openxmlformats.org/officeDocument/2006/relationships" id="2147483650" r:id="R1988dbf9b148447b"/>
    <p:sldLayoutId xmlns:r="http://schemas.openxmlformats.org/officeDocument/2006/relationships" id="2147483651" r:id="Rae058dcd7df74385"/>
    <p:sldLayoutId xmlns:r="http://schemas.openxmlformats.org/officeDocument/2006/relationships" id="2147483652" r:id="R2e044c2b260e414e"/>
    <p:sldLayoutId xmlns:r="http://schemas.openxmlformats.org/officeDocument/2006/relationships" id="2147483653" r:id="R0720943400c541e8"/>
    <p:sldLayoutId xmlns:r="http://schemas.openxmlformats.org/officeDocument/2006/relationships" id="2147483654" r:id="Rec228319cec2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cbb367b324362" /><Relationship Type="http://schemas.openxmlformats.org/officeDocument/2006/relationships/notesSlide" Target="/ppt/notesSlides/notesSlide1.xml" Id="R8ef6ee87c71440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0643c6bc7442d" /><Relationship Type="http://schemas.openxmlformats.org/officeDocument/2006/relationships/notesSlide" Target="/ppt/notesSlides/notesSlide2.xml" Id="R2bba64ee7c5443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70C0F-1C35-49BC-AEBA-8A60DF4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430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AI风格感知：检验PRIME思路的适用性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5902A-E012-4E4F-BEA2-249F5CF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288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Q1整理宏观与风格指标，结合各类因子，为现有时序模型补充市场状态输入。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56440-EBD4-4625-B22E-8C1294D4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431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Q2比较有无风格感知的模型，检查不同市场阶段的因子权重与样本外表现。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FEE66-7DD4-46FB-B93B-3E802C7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5752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多任务学习：共享GRU，预测不同期限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12126-4E74-4B45-AD70-1A73620E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432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设置1、3、5日收益预测头，先以等权损失训练，与单一5日标签模型对比。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0E523-DD5E-4382-AB4D-2F263668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576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5日RankIC与成本后收益改善后，再研究自适应标签权重，另留独立样本检验。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A82A6-8BA4-42D8-9A81-F0F4D7E8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719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模型验证：固定基线，保留实验依据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FF544-92A4-4C59-B505-F26925CF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5772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统一股票池、回测口径和数据切分。训练与验证按标签期限隔离，保留多数据源对照实验。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83A11-1979-414D-9D80-8E1A35CE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720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Q3至Q4交付AI模型对照报告与实验配置，说明增益来源、适用场景及失效条件。</a:t>
            </a:r>
          </a:p>
        </p:txBody>
      </p:sp>
    </p:spTree>
    <p:extLst>
      <p:ext uri="{BB962C8B-B14F-4D97-AF65-F5344CB8AC3E}">
        <p14:creationId xmlns:p14="http://schemas.microsoft.com/office/powerpoint/2010/main" val="13634738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01430-C754-413C-ABF8-5CC740E2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14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微观结构</a:t>
            </a:r>
          </a:p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与预期因子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7184C-F582-4D9F-9156-0DF6CA18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2000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Q1至Q2积累Level2、成长及一致预期因子，统一清洗与检验。</a:t>
            </a:r>
          </a:p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以机器学习比较新增因子的预测贡献，剔除冗余信号。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7E28A-DD74-4ED8-8CDA-681B2025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风格感知</a:t>
            </a:r>
          </a:p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动态配权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30BB-22E0-4945-97FC-7D805BFC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33750"/>
            <a:ext cx="2000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Q2利用AI模型识别风格状态，研究不同因子的条件权重。</a:t>
            </a:r>
          </a:p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对比等权与ICIR配置，检验轮动收益是否来自风格暴露。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44848-BEC5-49D6-A23D-9585B96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成本与</a:t>
            </a:r>
          </a:p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交易约束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F1C82-186D-4607-81FF-1CFAA4B5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2000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固定行业、个股及换手约束，检查AI信号的成本后收益。</a:t>
            </a:r>
          </a:p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Q3将验证通过的组合纳入模拟盘，记录预测与执行偏差。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BCDC1-9BED-4A33-A253-D32E4CC0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14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模型跟踪</a:t>
            </a:r>
          </a:p>
          <a:p xmlns:a="http://schemas.openxmlformats.org/drawingml/2006/main">
            <a:pPr>
              <a:defRPr sz="1400" b="1">
                <a:solidFill>
                  <a:srgbClr val="000000"/>
                </a:solidFill>
              </a:defRPr>
            </a:pPr>
            <a:r>
              <a:rPr sz="1400" b="1">
                <a:solidFill>
                  <a:srgbClr val="000000"/>
                </a:solidFill>
              </a:rPr>
              <a:t>人工复核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36310-04D6-451C-BD66-8BC608B4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0"/>
            <a:ext cx="20002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将风格和流动性指标接入监控面板，跟踪模型衰减。</a:t>
            </a:r>
          </a:p>
          <a:p xmlns:a="http://schemas.openxmlformats.org/drawingml/2006/main">
            <a:pPr>
              <a:defRPr sz="1400" b="0">
                <a:solidFill>
                  <a:srgbClr val="000000"/>
                </a:solidFill>
              </a:defRPr>
            </a:pPr>
            <a:r>
              <a:rPr sz="1400" b="0">
                <a:solidFill>
                  <a:srgbClr val="000000"/>
                </a:solidFill>
              </a:rPr>
              <a:t>Q3至Q4按月复盘超额与预警，人工决定保留或调整策略。</a:t>
            </a:r>
          </a:p>
        </p:txBody>
      </p:sp>
    </p:spTree>
    <p:extLst>
      <p:ext uri="{BB962C8B-B14F-4D97-AF65-F5344CB8AC3E}">
        <p14:creationId xmlns:p14="http://schemas.microsoft.com/office/powerpoint/2010/main" val="1452474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2026-10-26T06:12:53.7150000Z</dcterms:created>
  <dcterms:modified xsi:type="dcterms:W3CDTF">2026-10-26T06:12:53.7150000Z</dcterms:modified>
</coreProperties>
</file>