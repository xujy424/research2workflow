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16b9752b2445c" /><Relationship Type="http://schemas.openxmlformats.org/officeDocument/2006/relationships/extended-properties" Target="/docProps/app.xml" Id="Rf08d71d163f448f8" /><Relationship Type="http://schemas.openxmlformats.org/officeDocument/2006/relationships/officeDocument" Target="/ppt/presentation.xml" Id="R8feaa9e582614f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0aad3c768145b7"/>
  </p:sldMasterIdLst>
  <p:notesMasterIdLst>
    <p:notesMasterId xmlns:r="http://schemas.openxmlformats.org/officeDocument/2006/relationships" r:id="R657b1efef5af4a10"/>
  </p:notesMasterIdLst>
  <p:sldIdLst>
    <p:sldId xmlns:r="http://schemas.openxmlformats.org/officeDocument/2006/relationships" id="256" r:id="R7de84748942c4a90"/>
    <p:sldId xmlns:r="http://schemas.openxmlformats.org/officeDocument/2006/relationships" id="257" r:id="R546a12df450743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b2b67879b4b88" /><Relationship Type="http://schemas.openxmlformats.org/officeDocument/2006/relationships/slideMaster" Target="/ppt/slideMasters/slideMaster1.xml" Id="Rb50aad3c768145b7" /><Relationship Type="http://schemas.openxmlformats.org/officeDocument/2006/relationships/notesMaster" Target="/ppt/notesMasters/notesMaster1.xml" Id="R657b1efef5af4a10" /><Relationship Type="http://schemas.openxmlformats.org/officeDocument/2006/relationships/presProps" Target="/ppt/presProps.xml" Id="Re190b2f9848c45a1" /><Relationship Type="http://schemas.openxmlformats.org/officeDocument/2006/relationships/tableStyles" Target="/ppt/tableStyles.xml" Id="Rdb3d6b995f9a4c75" /><Relationship Type="http://schemas.openxmlformats.org/officeDocument/2006/relationships/slide" Target="/ppt/slides/slide1.xml" Id="R7de84748942c4a90" /><Relationship Type="http://schemas.openxmlformats.org/officeDocument/2006/relationships/slide" Target="/ppt/slides/slide2.xml" Id="R546a12df450743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0b62a2ca7c47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954ed56084a85" /><Relationship Type="http://schemas.openxmlformats.org/officeDocument/2006/relationships/notesMaster" Target="/ppt/notesMasters/notesMaster1.xml" Id="R7a15f7ab0caa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90e0aac94244cd" /><Relationship Type="http://schemas.openxmlformats.org/officeDocument/2006/relationships/notesMaster" Target="/ppt/notesMasters/notesMaster1.xml" Id="R0b5cdd2f812649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4a8f91b074d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600b9282847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99ec6f4ca48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1d2427b2c4c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b4cd0db6e46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590298c63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6106B5-DFF6-4866-B0F7-602A701980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DF93FC-D883-4172-A1B7-5E30FA71E1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246BD2-9590-4A69-A64D-A8CD6E83C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8533E4-DDE6-4365-8D3A-B97295A2BF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1C2F66-0BA6-45CF-A63B-FE07E9CA7F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0A4C7E-8377-4053-A06B-EF6261354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221D09-6A2D-48B2-A3B1-BF5B630E0A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C209B2-0ADB-40D6-9C4F-DB1E7D68D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98F120-963A-45BE-B1D6-C5F378FF2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DF1B59-46FD-4D0D-BDB0-1C9378462E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f52c00793e4882" /><Relationship Type="http://schemas.openxmlformats.org/officeDocument/2006/relationships/slideLayout" Target="/ppt/slideLayouts/slideLayout1.xml" Id="R3ca0bb82a97f448a" /><Relationship Type="http://schemas.openxmlformats.org/officeDocument/2006/relationships/slideLayout" Target="/ppt/slideLayouts/slideLayout2.xml" Id="R2f1e3bd8ecd94f2f" /><Relationship Type="http://schemas.openxmlformats.org/officeDocument/2006/relationships/slideLayout" Target="/ppt/slideLayouts/slideLayout3.xml" Id="Rfc8b85cf6017473d" /><Relationship Type="http://schemas.openxmlformats.org/officeDocument/2006/relationships/slideLayout" Target="/ppt/slideLayouts/slideLayout4.xml" Id="R01117667187d48f2" /><Relationship Type="http://schemas.openxmlformats.org/officeDocument/2006/relationships/slideLayout" Target="/ppt/slideLayouts/slideLayout5.xml" Id="R8324f4b3498a48f1" /><Relationship Type="http://schemas.openxmlformats.org/officeDocument/2006/relationships/slideLayout" Target="/ppt/slideLayouts/slideLayout6.xml" Id="Ra2c72a363aa14b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0bb82a97f448a"/>
    <p:sldLayoutId xmlns:r="http://schemas.openxmlformats.org/officeDocument/2006/relationships" id="2147483650" r:id="R2f1e3bd8ecd94f2f"/>
    <p:sldLayoutId xmlns:r="http://schemas.openxmlformats.org/officeDocument/2006/relationships" id="2147483651" r:id="Rfc8b85cf6017473d"/>
    <p:sldLayoutId xmlns:r="http://schemas.openxmlformats.org/officeDocument/2006/relationships" id="2147483652" r:id="R01117667187d48f2"/>
    <p:sldLayoutId xmlns:r="http://schemas.openxmlformats.org/officeDocument/2006/relationships" id="2147483653" r:id="R8324f4b3498a48f1"/>
    <p:sldLayoutId xmlns:r="http://schemas.openxmlformats.org/officeDocument/2006/relationships" id="2147483654" r:id="Ra2c72a363aa14b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ef9e86bb44813" /><Relationship Type="http://schemas.openxmlformats.org/officeDocument/2006/relationships/notesSlide" Target="/ppt/notesSlides/notesSlide1.xml" Id="Rba7ea081036945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7a064979c4088" /><Relationship Type="http://schemas.openxmlformats.org/officeDocument/2006/relationships/notesSlide" Target="/ppt/notesSlides/notesSlide2.xml" Id="Rb4d1efcf082943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77E5F-D08A-49E3-9304-8C62B3AB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430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风格感知模型：检验PRIME思路的适用性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47B51-97AF-416D-8B4A-4A774D7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288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Q1建立宏观、风格与交易状态指标，结合不同类别因子，形成模型输入与基线。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DD4BA-FECD-49A5-988F-8BDBCCF8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431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Q2对比有无风格感知的模型，按市场阶段检查因子权重变化及样本外增益。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83D7D-0509-4B27-B3F6-67509AC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575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多期限预测：先做共享GRU与三个预测头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66871-A7FA-4D46-AF9B-E78F1E23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432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分别预测未来1、3、5日收益，以真实收益监督，先将三个任务损失等权求和。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78F34-D5D7-4F4D-8F3A-0D2C44D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576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Q2对比单一5日标签，独立测试集的5日RankIC和成本后收益改善后，再试自适应权重。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AFBB2-D1B8-4AED-8F1D-960CE1D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719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验证流程：统一回测口径与实验记录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6F278-0824-4800-869E-0640EDA0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577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承接多数据源、分域损失训练测试，固定股票池与切分，训练及验证集之间留出标签隔离期。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87085-3DD2-4BE7-A16E-562C5558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720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Q3—Q4交付模型对照报告与可复现实验配置，明确有效场景及失效条件。</a:t>
            </a:r>
          </a:p>
        </p:txBody>
      </p:sp>
    </p:spTree>
    <p:extLst>
      <p:ext uri="{BB962C8B-B14F-4D97-AF65-F5344CB8AC3E}">
        <p14:creationId xmlns:p14="http://schemas.microsoft.com/office/powerpoint/2010/main" val="12290754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9384C-4690-46A6-BB7F-448083E5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430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选股因子：积累Level2与一致预期信号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12B8F-5F15-46DB-A29C-E7A3C8B5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288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Q1—Q2持续研究订单流、买卖盘深度及一致预期变化，结合已有成长因子检验增量。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FFB14-220F-4E47-9F06-69946692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431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扩展单因子回测，统一检查分组收益、衰减与换手，将成本后仍有效的信号纳入候选池。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606E1-C2F2-49D6-8A20-950F143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575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因子轮动：比较固定配置与风格条件配置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9CE2F-939F-4191-8813-219EDE33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432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Q2以等权、ICIR为对照，利用风格研判指标与模型输出调整因子权重。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C8EB2-4514-40E9-9878-7A8A8439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576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加入行业、个股和换手约束，按市场阶段比较超额与回撤，Q3筛选模拟盘原型。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95388-1533-40D7-AF7B-0A9E75EF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719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市场监控：支持策略跟踪与人工研判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17ACF-C480-4150-ACAF-1578FDC5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577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Q1完成监控基线，将风格、波动及流动性指标接入面板，区分选股信号与风险提示。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19D2F-5021-4194-AE91-69B0DC6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720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Q3—Q4跟踪通过检验的原型，按月复盘收益来源与预警效果，交付策略说明及调整建议。</a:t>
            </a:r>
          </a:p>
        </p:txBody>
      </p:sp>
    </p:spTree>
    <p:extLst>
      <p:ext uri="{BB962C8B-B14F-4D97-AF65-F5344CB8AC3E}">
        <p14:creationId xmlns:p14="http://schemas.microsoft.com/office/powerpoint/2010/main" val="217486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2026-10-26T06:06:11.0680000Z</dcterms:created>
  <dcterms:modified xsi:type="dcterms:W3CDTF">2026-10-26T06:06:11.0680000Z</dcterms:modified>
</coreProperties>
</file>