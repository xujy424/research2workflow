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214737777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依据用户补充的本周周报及月报截图。</a:t>
            </a:r>
            <a:r>
              <a:rPr lang="en-US" altLang="zh-CN"/>
              <a:t>PRIME</a:t>
            </a:r>
            <a:r>
              <a:rPr lang="zh-CN" altLang="en-US"/>
              <a:t>风格感知与标签期限为学习和探索内容，未视为验证通过。</a:t>
            </a:r>
            <a:r>
              <a:rPr lang="en-US" altLang="zh-CN"/>
              <a:t>2027</a:t>
            </a:r>
            <a:r>
              <a:rPr lang="zh-CN" altLang="en-US"/>
              <a:t>年季度节点为拟定安排。多任务等权损失为首轮基线，自适应权重仅在</a:t>
            </a:r>
            <a:r>
              <a:rPr lang="en-US" altLang="zh-CN"/>
              <a:t>5</a:t>
            </a:r>
            <a:r>
              <a:rPr lang="zh-CN" altLang="en-US"/>
              <a:t>日</a:t>
            </a:r>
            <a:r>
              <a:rPr lang="en-US" altLang="zh-CN"/>
              <a:t>RankIC</a:t>
            </a:r>
            <a:r>
              <a:rPr lang="zh-CN" altLang="en-US"/>
              <a:t>和成本后收益改善后研究。论文题名由用户提供，本页未引用其未经核验的实验结论。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依据用户提供的月报截图：微观结构与成长因子持续积累，多数据源固定参数和分域损失训练测试已开展，</a:t>
            </a:r>
            <a:r>
              <a:rPr lang="en-US" altLang="zh-CN"/>
              <a:t>Level2</a:t>
            </a:r>
            <a:r>
              <a:rPr lang="zh-CN" altLang="en-US"/>
              <a:t>及一致预期因子、市场监控面板、风格研判优化仍在推进。</a:t>
            </a:r>
            <a:r>
              <a:rPr lang="en-US" altLang="zh-CN"/>
              <a:t>2027</a:t>
            </a:r>
            <a:r>
              <a:rPr lang="zh-CN" altLang="en-US"/>
              <a:t>年计划不沿用月报进度百分比作为年度完成率，模拟盘仅纳入验证通过的原型。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风格感知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多期限预测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统一验证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1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年目标：验证风格感知与多期限预测的模型增益。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951995-AA9B-39FD-F790-287C4125ED49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风格感知模型：检验PRIME思路的适用性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B42C4-416F-C478-6AED-0DE0B4F6A407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Q1建立宏观、风格与交易状态指标，结合不同类别因子，形成模型输入与基线。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6093D-DE8B-BA19-9719-0835C2812405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Q2对比有无风格感知的模型，按市场阶段检查因子权重变化及样本外增益。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757687-705D-E709-94DF-88C614CDF5A7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多期限预测：先做共享GRU与三个预测头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6B054C-3921-98CF-5157-0400F0AED4D0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分别预测未来1、3、5日收益，以真实收益监督，先将三个任务损失等权求和。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B3AF02-0E81-45A2-91AF-39A8E7587473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Q2对比单一5日标签，独立测试集的5日RankIC和成本后收益改善后，再试自适应权重。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F8FD28-0C58-8F82-E640-31401897127D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验证流程：统一回测口径与实验记录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1CE67BC-BDC9-FC16-4544-9899D8BB746E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承接多数据源、分域损失训练测试，固定股票池与切分，训练及验证集之间留出标签隔离期。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AB730F-0C79-F2B7-033C-4C0F75C9801B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Q3—Q4交付模型对照报告与可复现实验配置，明确有效场景及失效条件。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选股因子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风格轮动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监控与复盘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2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/>
              <a:t>2027</a:t>
            </a:r>
            <a:r>
              <a:rPr lang="zh-CN" altLang="en-US" sz="1600"/>
              <a:t>年目标：形成选股因子、风格轮动与监控的策略原型。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BCF05C-460E-A793-D401-4AF10E51A050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选股因子：积累Level2与一致预期信号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53EF25-0386-D1E1-9672-FA22271107A8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Q1—Q2持续研究订单流、买卖盘深度及一致预期变化，结合已有成长因子检验增量。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ECC878-C74D-7971-D2AB-8E7F2137D6D3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扩展单因子回测，统一检查分组收益、衰减与换手，将成本后仍有效的信号纳入候选池。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CB9CEF-F233-3859-B5C5-FE8DB2A23DDA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因子轮动：比较固定配置与风格条件配置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9078B7-31E7-1AED-F97C-DE0EDB7FD151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Q2以等权、ICIR为对照，利用风格研判指标与模型输出调整因子权重。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691641-B1B0-10E6-97AD-C4D9734476B4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加入行业、个股和换手约束，按市场阶段比较超额与回撤，Q3筛选模拟盘原型。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DC94F0-36C5-30B2-A1E8-5212C682BD4F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市场监控：支持策略跟踪与人工研判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1839A4-5D42-A47C-CC0D-1461A1C285B9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Q1完成监控基线，将风格、波动及流动性指标接入面板，区分选股信号与风险提示。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13A45E-7C50-51F5-829D-63474222F3A9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Q3—Q4跟踪通过检验的原型，按月复盘收益来源与预警效果，交付策略说明及调整建议。</a:t>
            </a:r>
          </a:p>
        </p:txBody>
      </p:sp>
    </p:spTree>
    <p:extLst>
      <p:ext uri="{BB962C8B-B14F-4D97-AF65-F5344CB8AC3E}">
        <p14:creationId xmlns:p14="http://schemas.microsoft.com/office/powerpoint/2010/main" val="14477734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378</Words>
  <Application>Microsoft Office PowerPoint</Application>
  <PresentationFormat>宽屏</PresentationFormat>
  <Paragraphs>46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Arial</vt:lpstr>
      <vt:lpstr>Calibri</vt:lpstr>
      <vt:lpstr>Calibri Light</vt:lpstr>
      <vt:lpstr>Segoe UI Symbol</vt:lpstr>
      <vt:lpstr>Times New Roman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3588</cp:revision>
  <cp:lastPrinted>2025-11-18T11:22:18Z</cp:lastPrinted>
  <dcterms:created xsi:type="dcterms:W3CDTF">2022-03-16T10:45:00Z</dcterms:created>
  <dcterms:modified xsi:type="dcterms:W3CDTF">2026-10-26T06:06:37Z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